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CC15"/>
                </a:solidFill>
                <a:latin typeface="Calibri"/>
              </a:defRPr>
            </a:pPr>
            <a:r>
              <a:t>Blinkit Discovery Engine -- Dashboard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Next.js 14 | React 18 | Recharts | FastAPI | MongoDB Atlas | PostgreSQL | Vercel | Render |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Slide 1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3703320" cy="278892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2D3EE"/>
                </a:solidFill>
                <a:latin typeface="Calibri"/>
              </a:defRPr>
            </a:pPr>
            <a:r>
              <a:t>Tab 1: Overview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4 KPI Cards: Total Reviews (with 7-day trend %),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Avg Rating, Issues Detected (NLP), Barriers.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22D3EE"/>
                </a:solidFill>
                <a:latin typeface="Calibri"/>
              </a:defRPr>
            </a:pPr>
            <a:r>
              <a:t>Charts: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- 30-day Area Chart (reviews + avg rating)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Rating Distribution (1-5 star bars)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Platform Distribution (Play / iOS / Web)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Scatter: Exploration vs Satisfaction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Grouped Bar: Current / New / Churned users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Heatmap: Issue intensity by category x time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- 3 Insight Cards: Top Barrier, Need, Frustration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914400"/>
            <a:ext cx="3703320" cy="278892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9601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60A5FA"/>
                </a:solidFill>
                <a:latin typeface="Calibri"/>
              </a:defRPr>
            </a:pPr>
            <a:r>
              <a:t>Tab 2: Behavioral Analysis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30-day Line Chart: daily review volume.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Scatter: Exploration (X) vs Satisfaction (Y),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bubble size = Order Frequency, color = segment.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60A5FA"/>
                </a:solidFill>
                <a:latin typeface="Calibri"/>
              </a:defRPr>
            </a:pPr>
            <a:r>
              <a:t>Sections: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Grouped Bar: users per category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Segment x Frustration Crosstab (matrix)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Recent Activity Feed (scrollable reviews)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Q&amp;A Cards: Habit Impact, Discovery Methods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TrendAnalysis: segment + volume trends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914400"/>
            <a:ext cx="3886200" cy="278892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96012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7171"/>
                </a:solidFill>
                <a:latin typeface="Calibri"/>
              </a:defRPr>
            </a:pPr>
            <a:r>
              <a:t>Tab 3: Barriers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4 KPIs: Avg Rating (color-coded), Barrier Count,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Frustration Mentions (% of reviews), Unmet Needs.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87171"/>
                </a:solidFill>
                <a:latin typeface="Calibri"/>
              </a:defRPr>
            </a:pPr>
            <a:r>
              <a:t>Charts: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Frustration Frequency (horizontal bars, NLP)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Barrier Severity Chart (Recharts, deduplicated)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Rating Distribution (5-star breakdown)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User Segment Impact (exposure level)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AI-generated Key Barriers Insight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TrendAnalysis: top 5 frustration trends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840480"/>
            <a:ext cx="5806440" cy="283464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88620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Tab 4: Unmet Needs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Opportunity Matrix (8-row table):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Columns: Area | Frequency | Impact/10 | Effort | RICE Score | Status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Top: Faster Delivery ETAs (RICE 87, Critical), Better Search (79), Real-time Tracking (72).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4 KPI Cards: Reviews Analyzed, Avg Rating, Unmet Needs Found, Issues Reported.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Sentiment-Impact Quadrant: 2x2 bubble chart (Quick Wins / Critical / Monitor / Vocal Minority).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Top Feature Requests: Schedule deliveries (89), Loyalty points (76), Stock availability (64).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Competitive Gap: vs Zepto (delivery speed), BigBasket (range), Swiggy Instamart (UX).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TrendAnalysis: Reviews, Rating, top 4 frustration frequency trends.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840480"/>
            <a:ext cx="5669280" cy="283464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8620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Calibri"/>
              </a:defRPr>
            </a:pPr>
            <a:r>
              <a:t>Tab 5: User Segments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Scatter Plot: Exploration Score (X) vs Purchase Frequency (Y),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bubble = Order Value, 3 color-coded segment groups.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Grouped Bar: High / Medium / Low exploration across categories.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Q&amp;A Cards: Experimental Segments (AI), Repeat Purchase Behavior (AI).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34D399"/>
                </a:solidFill>
                <a:latin typeface="Calibri"/>
              </a:defRPr>
            </a:pPr>
            <a:r>
              <a:t>Trend Analysis: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High Exploration Users: +11.1%  |  Medium: -4.8%  |  Low: 0% stable</a:t>
            </a:r>
          </a:p>
          <a:p>
            <a:pPr>
              <a:spcAft>
                <a:spcPts val="2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Data: behavioral_analysis.user_segments, question_answers.*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CC15"/>
                </a:solidFill>
                <a:latin typeface="Calibri"/>
              </a:defRPr>
            </a:pPr>
            <a:r>
              <a:t>Blinkit Discovery Engine -- Dashboard Guide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D3EE"/>
                </a:solidFill>
                <a:latin typeface="Calibri"/>
              </a:defRPr>
            </a:pPr>
            <a:r>
              <a:t>Data Flow: Play Store -&gt; GitHub Actions (6h) -&gt; FastAPI NLP -&gt; MongoDB + PostgreSQL -&gt; Next.js -&gt; Recharts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Slide 2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3703320" cy="278892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Tab 6: Discovery Patterns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30-day Line Chart: discovery activity over time.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A78BFA"/>
                </a:solidFill>
                <a:latin typeface="Calibri"/>
              </a:defRPr>
            </a:pPr>
            <a:r>
              <a:t>Sections: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Heatmap: categories (delivery, quality, app,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support, pricing) x time slots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Q&amp;A: Information Needs Before Exploration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Q&amp;A: Discovery Methods (AI-generated)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A78BFA"/>
                </a:solidFill>
                <a:latin typeface="Calibri"/>
              </a:defRPr>
            </a:pPr>
            <a:r>
              <a:t>Trend Analysis: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High Exploration % (+15.7%), Reviews This Week,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Categories Covered, Avg Rating.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914400"/>
            <a:ext cx="3703320" cy="278892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9601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C4899"/>
                </a:solidFill>
                <a:latin typeface="Calibri"/>
              </a:defRPr>
            </a:pPr>
            <a:r>
              <a:t>Tab 7: AI Insights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30-day Area Chart: insight generation volume.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Scatter: Sentiment (X) vs Impact (Y), bubble = Freq.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EC4899"/>
                </a:solidFill>
                <a:latin typeface="Calibri"/>
              </a:defRPr>
            </a:pPr>
            <a:r>
              <a:t>Sections: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Grouped Bar: Delivery, Quality, App, Support,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Pricing, Variety categories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Frustration Cards (2-col grid): theme name,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impact badge, frequency count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Recurring Frustrations (AI text summary)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Trend: Frustrations, Barriers, Unmet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914400"/>
            <a:ext cx="3886200" cy="278892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96012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2D3EE"/>
                </a:solidFill>
                <a:latin typeface="Calibri"/>
              </a:defRPr>
            </a:pPr>
            <a:r>
              <a:t>Tab 8: User Feedback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30-day Line Chart: feedback submission volume.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22D3EE"/>
                </a:solidFill>
                <a:latin typeface="Calibri"/>
              </a:defRPr>
            </a:pPr>
            <a:r>
              <a:t>Sections: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Recent Feedback Feed (scrollable review list)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Each card: text, platform, star rating, date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- Heatmap: Feedback Intensity by Category &amp; Time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22D3EE"/>
                </a:solidFill>
                <a:latin typeface="Calibri"/>
              </a:defRPr>
            </a:pPr>
            <a:r>
              <a:t>Trend Analysis: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Total Feedback (week trend %)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Positive % (+5.3%), Negative % (-9.1%)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  Avg Rating: current vs previous 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840480"/>
            <a:ext cx="7772400" cy="283464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8862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ACC15"/>
                </a:solidFill>
                <a:latin typeface="Calibri"/>
              </a:defRPr>
            </a:pPr>
            <a:r>
              <a:t>Tab 9: Architecture (11 sections embedded in dashboard)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 Production System Overview: Data Sources &gt; GitHub Actions Scheduler &gt; FastAPI Backend &gt; MongoDB + PostgreSQL &gt; Next.js Frontend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 Data Flow Pipeline: Ingestion &gt; Processing &gt; API Serving &gt; CI/CD Scheduling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 Real-Time Computation Pipeline: 12-step NLP process cards + segment &amp; frustration classification rules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4. Backend API Endpoints: 9 routes with HTTP method badges (GET /api/v1/data/dashboard, POST /ingest/trigger, etc.)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5. Database Schema: MongoDB document schema + PostgreSQL tables (data_sources, categories, barriers, unmet_needs) + Redis cache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6. Infrastructure &amp; Cost: 6 KPI stats, free-tier cost breakdown, performance benchmarks, system limitations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7. Security: MongoDB Atlas auth, HTTPS everywhere, CORS whitelist, JWT tokens, network isolation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8. Tech Stack: Frontend (10 libs) + Backend (10 libs) + Infrastructure (8 services) with version numbers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9. Repo Structure: Full file tree for backend/ and frontend/ directories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10. End-to-End Request Flow: 10 numbered steps from GitHub Actions cron trigger to rendered Recharts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11. Environment Config: Render + Vercel environment variables (MONGODB_URI, DATABASE_URL, NEXT_PUBLIC_API_URL)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40480"/>
            <a:ext cx="3703320" cy="2834640"/>
          </a:xfrm>
          <a:prstGeom prst="roundRect">
            <a:avLst/>
          </a:prstGeom>
          <a:solidFill>
            <a:srgbClr val="1A1D4C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8862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60A5FA"/>
                </a:solidFill>
                <a:latin typeface="Calibri"/>
              </a:defRPr>
            </a:pPr>
            <a:r>
              <a:t>Reusable Components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StatCard -- KPI with icon, value, trend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InsightCard -- Summary with metric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TimeSeriesChart -- Line / Area (Recharts)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RankedBarChart -- Horizontal bar chart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ScatterPlot -- Bubble scatter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GroupedBarChart -- Multi-metric bars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HeatmapChart -- Category x Time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TrendAnalysis -- Metric comparison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FilterPanel -- Global filters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ArchitectureDiagram -- Full docs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Global Filters: Platform | Rating | Sentiment</a:t>
            </a:r>
          </a:p>
          <a:p>
            <a:pPr>
              <a:spcAft>
                <a:spcPts val="2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| Category | Date Range (all proportional)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